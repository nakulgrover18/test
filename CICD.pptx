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6F3E5-5D9F-4F7C-B47C-AD05BD4C7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F665D2-7354-43A6-A20B-4B6712773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7CF71-718A-44BC-8D08-06AB580D9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B95B1-846F-49F2-BF82-F80BDDC8299F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EB617-AC1B-4456-9913-6A12DB5D9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DBCA1-E0E8-4B55-976A-17D281A7B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C4F27-CE87-49E2-AE0A-400F17594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26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B3BA-8146-4C2D-B6C6-248658785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909E2-F6B7-494A-88F3-289EA4956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DB088-916A-4E19-BD1B-EEBC622F7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B95B1-846F-49F2-BF82-F80BDDC8299F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D9FE5-3F33-4A09-9496-DD854011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869C3-7B2D-43C2-AE36-054A95050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C4F27-CE87-49E2-AE0A-400F17594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239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CA702-168F-4B37-9C6D-B3A505A39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0B59F-D9C9-4137-8CE5-CD8F3AADF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19AC2-9E18-4B1C-9D5F-CAA64DFE9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B95B1-846F-49F2-BF82-F80BDDC8299F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8F7FE-E713-4D72-98CE-25B8C8AA8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DF73E-CA4B-4AE2-A409-B3FF9F97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C4F27-CE87-49E2-AE0A-400F17594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447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CA74F-8750-40B2-AE16-446CB5774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7440D-99A8-4526-9784-6B94E5D7D7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6DF484-5B93-43E5-A98B-C87254844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8A3E09-10ED-41B2-81C2-635A3AC1F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B95B1-846F-49F2-BF82-F80BDDC8299F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B0C540-8E0B-44AD-9B92-642F44B59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790EF-C5FA-421F-B0BC-A7EC8331F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C4F27-CE87-49E2-AE0A-400F17594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267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606CF-9F0A-4A11-9106-BFA09BC78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FFEBA-AAF7-4892-A0B3-592B19B7F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8C555B-4AD6-4272-BB83-733B5A5AC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0ABF0D-B95A-4495-9088-869BB5FCE7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E0C027-A65A-4E67-B19F-CC3AF8F8ED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8CCCE2-A967-438D-882D-94501FFE3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B95B1-846F-49F2-BF82-F80BDDC8299F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11D904-2BF8-4825-B409-C0D4AA5A2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705658-AF61-45F1-B589-5D7B2B24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C4F27-CE87-49E2-AE0A-400F17594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85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00F1D-44A1-4D60-88F5-9E7934354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5A2A6C-985D-434D-BABA-3BA89DD29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B95B1-846F-49F2-BF82-F80BDDC8299F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D8A9AA-583D-408D-9D59-C215253FD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1E36C-1D0A-461D-9833-6CF18F34E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C4F27-CE87-49E2-AE0A-400F17594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23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AE535C-2FA4-481F-B1E9-C30E89634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B95B1-846F-49F2-BF82-F80BDDC8299F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03F9D-C6BE-44C2-A978-58096D2EF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24212-85AA-4CB0-9344-13ECB4D8C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C4F27-CE87-49E2-AE0A-400F17594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46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F0405-D932-4517-8BE4-281D50705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DFF72-E40A-4907-91D5-EE8484789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A028B-7852-4CA6-8D3A-EC74D3CB0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76777A-0AE5-497D-B48C-32423CCC7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B95B1-846F-49F2-BF82-F80BDDC8299F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6694A-81B7-44C1-956C-2D1F02ED6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A49F4-0900-4469-AE43-4BA5A5FB7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C4F27-CE87-49E2-AE0A-400F17594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50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A2200-A511-4566-AB98-263B7964F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BA2CD8-6C48-448F-BD65-0971A5C553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ED240D-B616-4B72-A699-44C400E7E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0DCE5-C6AC-4C84-9F0C-1F5FB70C1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B95B1-846F-49F2-BF82-F80BDDC8299F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C71D7-2A9A-41A4-B175-978278A6A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EDADF2-30A2-4FEC-BD4F-34BDA3A0C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C4F27-CE87-49E2-AE0A-400F17594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652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6399C-C051-45B7-B7E4-377209A3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AE0134-C325-45FD-A224-EC376DD6CB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DCD86-27A2-443B-A2EB-3F15E946D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B95B1-846F-49F2-BF82-F80BDDC8299F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532D0-756E-4881-A61F-D33029506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33256-C8D4-4B2E-9FEB-86FE301FF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C4F27-CE87-49E2-AE0A-400F17594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084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1CB5EB-C86C-4267-B8BA-1A411CEC2F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71210-E6CC-47AB-97CA-C1B259421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EF88F-2EC7-4095-9146-06AA93D79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B95B1-846F-49F2-BF82-F80BDDC8299F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65C51-1A41-4A8E-AD44-2A865C77F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80D05-B076-4ABB-8711-1EE02E6A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C4F27-CE87-49E2-AE0A-400F17594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310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607EE7-D16A-4500-AB4C-F4D1484E4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CE7D0-7498-4C9A-BBD1-555375CC4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20D62-660E-4942-BD9A-CF26B4647D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B95B1-846F-49F2-BF82-F80BDDC8299F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B73DC-A6DB-4A38-85CE-513FA1E389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D280E-79B3-4C70-8CED-37A7B51C6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C4F27-CE87-49E2-AE0A-400F17594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927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8965F-C686-45B6-8C32-F3685E428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u="sng" dirty="0"/>
              <a:t>Architecture</a:t>
            </a:r>
            <a:endParaRPr lang="en-US" b="1" i="1" u="sng" dirty="0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0DE6A80B-DCD3-42B9-9D92-196E42C86E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080" y="2455731"/>
            <a:ext cx="9733279" cy="3035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4277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FE198-21AA-44B3-84C7-8028E74BD5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4213"/>
            <a:ext cx="9144000" cy="1144587"/>
          </a:xfrm>
        </p:spPr>
        <p:txBody>
          <a:bodyPr/>
          <a:lstStyle/>
          <a:p>
            <a:r>
              <a:rPr lang="en-IN" b="1" dirty="0"/>
              <a:t>Pre-requisite 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62B8C0-EFFB-49A8-8B06-181EDE9B92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66950"/>
            <a:ext cx="9144000" cy="3514725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AutoNum type="arabicPeriod"/>
            </a:pPr>
            <a:r>
              <a:rPr lang="en-IN" dirty="0"/>
              <a:t>TR Git access to Governance team member</a:t>
            </a:r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r>
              <a:rPr lang="en-IN"/>
              <a:t>New Git </a:t>
            </a:r>
            <a:r>
              <a:rPr lang="en-IN" dirty="0"/>
              <a:t>Repository (access to only Governance Team member)</a:t>
            </a:r>
          </a:p>
          <a:p>
            <a:pPr marL="457200" indent="-457200" algn="l">
              <a:buAutoNum type="arabicPeriod"/>
            </a:pPr>
            <a:r>
              <a:rPr lang="en-US" dirty="0"/>
              <a:t>Code Pipeline (Source : Git </a:t>
            </a:r>
            <a:r>
              <a:rPr lang="en-US" b="1" dirty="0"/>
              <a:t>and</a:t>
            </a:r>
            <a:r>
              <a:rPr lang="en-US" dirty="0"/>
              <a:t> Destination: S3)</a:t>
            </a:r>
          </a:p>
          <a:p>
            <a:pPr marL="457200" indent="-457200" algn="l">
              <a:buAutoNum type="arabicPeriod"/>
            </a:pPr>
            <a:r>
              <a:rPr lang="en-US" dirty="0"/>
              <a:t>S3 Bucket to upload file</a:t>
            </a:r>
          </a:p>
          <a:p>
            <a:pPr marL="457200" indent="-457200" algn="l">
              <a:buAutoNum type="arabicPeriod"/>
            </a:pPr>
            <a:endParaRPr lang="en-US" dirty="0"/>
          </a:p>
          <a:p>
            <a:pPr marL="457200" indent="-457200" algn="l">
              <a:buAutoNum type="arabicPeriod"/>
            </a:pPr>
            <a:endParaRPr lang="en-US" dirty="0"/>
          </a:p>
          <a:p>
            <a:pPr algn="l"/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We need to understand the code pipeline creation process from TCS team.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209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50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Architecture</vt:lpstr>
      <vt:lpstr>Pre-requisite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Pre-requisite </dc:title>
  <dc:creator>Grover, Nakul (TR Technology)</dc:creator>
  <cp:lastModifiedBy>Grover, Nakul (TR Technology)</cp:lastModifiedBy>
  <cp:revision>7</cp:revision>
  <dcterms:created xsi:type="dcterms:W3CDTF">2022-05-09T04:54:17Z</dcterms:created>
  <dcterms:modified xsi:type="dcterms:W3CDTF">2022-05-09T07:18:31Z</dcterms:modified>
</cp:coreProperties>
</file>